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4" r:id="rId2"/>
  </p:sldMasterIdLst>
  <p:notesMasterIdLst>
    <p:notesMasterId r:id="rId7"/>
  </p:notesMasterIdLst>
  <p:sldIdLst>
    <p:sldId id="256" r:id="rId3"/>
    <p:sldId id="288" r:id="rId4"/>
    <p:sldId id="306" r:id="rId5"/>
    <p:sldId id="307" r:id="rId6"/>
  </p:sldIdLst>
  <p:sldSz cx="12192000" cy="6858000"/>
  <p:notesSz cx="6858000" cy="9144000"/>
  <p:embeddedFontLst>
    <p:embeddedFont>
      <p:font typeface="Leelawadee" panose="020B0502040204020203" pitchFamily="34" charset="-34"/>
      <p:regular r:id="rId8"/>
      <p:bold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Open Sans SemiBold" panose="020B0706030804020204" pitchFamily="34" charset="0"/>
      <p:regular r:id="rId14"/>
      <p:bold r:id="rId15"/>
      <p:italic r:id="rId16"/>
      <p:boldItalic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i1H6H7pdIKiTFQKNwi9yVTX7PB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93C3"/>
    <a:srgbClr val="F7F7F5"/>
    <a:srgbClr val="283851"/>
    <a:srgbClr val="415C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B86378-E630-42EF-A314-F233CEC3A262}">
  <a:tblStyle styleId="{BAB86378-E630-42EF-A314-F233CEC3A2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3F7D5ED-2683-42CB-B3BB-453B072CA39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3638" autoAdjust="0"/>
  </p:normalViewPr>
  <p:slideViewPr>
    <p:cSldViewPr snapToGrid="0" showGuides="1">
      <p:cViewPr varScale="1">
        <p:scale>
          <a:sx n="93" d="100"/>
          <a:sy n="93" d="100"/>
        </p:scale>
        <p:origin x="8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14.fntdata"/><Relationship Id="rId63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61" Type="http://customschemas.google.com/relationships/presentationmetadata" Target="meta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gs" Target="tags/tag1.xml"/><Relationship Id="rId6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77800" marR="0" lvl="0" indent="-177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D70F27AA-23AB-911D-18A7-213AA2A4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:notes">
            <a:extLst>
              <a:ext uri="{FF2B5EF4-FFF2-40B4-BE49-F238E27FC236}">
                <a16:creationId xmlns:a16="http://schemas.microsoft.com/office/drawing/2014/main" id="{5E7BD55F-CBD1-1592-2B62-8EFA4ACD3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3:notes">
            <a:extLst>
              <a:ext uri="{FF2B5EF4-FFF2-40B4-BE49-F238E27FC236}">
                <a16:creationId xmlns:a16="http://schemas.microsoft.com/office/drawing/2014/main" id="{308575DB-1DFB-09CC-684C-99E1711FD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8422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C2A1B68-DFE7-5B40-0ED4-75C86815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:notes">
            <a:extLst>
              <a:ext uri="{FF2B5EF4-FFF2-40B4-BE49-F238E27FC236}">
                <a16:creationId xmlns:a16="http://schemas.microsoft.com/office/drawing/2014/main" id="{70AD156F-A70D-1B59-85F6-540B3686A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3:notes">
            <a:extLst>
              <a:ext uri="{FF2B5EF4-FFF2-40B4-BE49-F238E27FC236}">
                <a16:creationId xmlns:a16="http://schemas.microsoft.com/office/drawing/2014/main" id="{6DD0AE42-AE5A-9519-AD25-DAF106C73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8309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D590FEEE-D238-D4A5-9947-F99F71B2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:notes">
            <a:extLst>
              <a:ext uri="{FF2B5EF4-FFF2-40B4-BE49-F238E27FC236}">
                <a16:creationId xmlns:a16="http://schemas.microsoft.com/office/drawing/2014/main" id="{E288F9F2-0FED-8367-98D5-A28900C87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3:notes">
            <a:extLst>
              <a:ext uri="{FF2B5EF4-FFF2-40B4-BE49-F238E27FC236}">
                <a16:creationId xmlns:a16="http://schemas.microsoft.com/office/drawing/2014/main" id="{78135330-8D19-0898-DCEE-D511FECA6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6921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8" descr="Fundo Minerva - Home | Facebook"/>
          <p:cNvPicPr preferRelativeResize="0"/>
          <p:nvPr/>
        </p:nvPicPr>
        <p:blipFill rotWithShape="1">
          <a:blip r:embed="rId2">
            <a:alphaModFix/>
          </a:blip>
          <a:srcRect l="13392" r="13392"/>
          <a:stretch/>
        </p:blipFill>
        <p:spPr>
          <a:xfrm>
            <a:off x="109494" y="3732213"/>
            <a:ext cx="1569084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334964" y="1268413"/>
            <a:ext cx="11522075" cy="90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pen Sans"/>
              <a:buNone/>
              <a:defRPr sz="26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pen Sans"/>
              <a:buNone/>
              <a:defRPr sz="26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pen Sans"/>
              <a:buNone/>
              <a:defRPr sz="26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pen Sans"/>
              <a:buNone/>
              <a:defRPr sz="2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pen Sans"/>
              <a:buNone/>
              <a:defRPr sz="260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2"/>
          </p:nvPr>
        </p:nvSpPr>
        <p:spPr>
          <a:xfrm>
            <a:off x="334965" y="2420938"/>
            <a:ext cx="1152207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200"/>
              <a:buFont typeface="Open Sans"/>
              <a:buNone/>
              <a:defRPr sz="2200">
                <a:solidFill>
                  <a:srgbClr val="5C5C5C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5C5C"/>
              </a:buClr>
              <a:buSzPts val="1400"/>
              <a:buFont typeface="Open Sans"/>
              <a:buNone/>
              <a:defRPr>
                <a:solidFill>
                  <a:srgbClr val="5C5C5C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5C5C"/>
              </a:buClr>
              <a:buSzPts val="1400"/>
              <a:buFont typeface="Open Sans"/>
              <a:buNone/>
              <a:defRPr>
                <a:solidFill>
                  <a:srgbClr val="5C5C5C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5C5C"/>
              </a:buClr>
              <a:buSzPts val="1400"/>
              <a:buFont typeface="Open Sans"/>
              <a:buNone/>
              <a:defRPr>
                <a:solidFill>
                  <a:srgbClr val="5C5C5C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5C5C"/>
              </a:buClr>
              <a:buSzPts val="1400"/>
              <a:buFont typeface="Open Sans"/>
              <a:buNone/>
              <a:defRPr>
                <a:solidFill>
                  <a:srgbClr val="5C5C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st Page Logo">
  <p:cSld name="Last Page Log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6" descr="Fundo Minerva - Home | Facebook"/>
          <p:cNvPicPr preferRelativeResize="0"/>
          <p:nvPr/>
        </p:nvPicPr>
        <p:blipFill rotWithShape="1">
          <a:blip r:embed="rId2">
            <a:alphaModFix/>
          </a:blip>
          <a:srcRect l="6076" r="6076"/>
          <a:stretch/>
        </p:blipFill>
        <p:spPr>
          <a:xfrm>
            <a:off x="4700451" y="1840319"/>
            <a:ext cx="2791098" cy="317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08">
          <p15:clr>
            <a:srgbClr val="CCCCCC"/>
          </p15:clr>
        </p15:guide>
        <p15:guide id="2" pos="7472">
          <p15:clr>
            <a:srgbClr val="CCCCC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8"/>
          <p:cNvSpPr txBox="1">
            <a:spLocks noGrp="1"/>
          </p:cNvSpPr>
          <p:nvPr>
            <p:ph type="title"/>
          </p:nvPr>
        </p:nvSpPr>
        <p:spPr>
          <a:xfrm>
            <a:off x="334963" y="0"/>
            <a:ext cx="11522075" cy="873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p48"/>
          <p:cNvSpPr txBox="1">
            <a:spLocks noGrp="1"/>
          </p:cNvSpPr>
          <p:nvPr>
            <p:ph type="ftr" idx="11"/>
          </p:nvPr>
        </p:nvSpPr>
        <p:spPr>
          <a:xfrm>
            <a:off x="4038600" y="64464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" name="Google Shape;34;p48"/>
          <p:cNvSpPr txBox="1">
            <a:spLocks noGrp="1"/>
          </p:cNvSpPr>
          <p:nvPr>
            <p:ph type="sldNum" idx="12"/>
          </p:nvPr>
        </p:nvSpPr>
        <p:spPr>
          <a:xfrm>
            <a:off x="11235670" y="6597650"/>
            <a:ext cx="621367" cy="25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9602BF-606F-54B5-93B3-4EE03FCE3C57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726116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25" imgH="426" progId="TCLayout.ActiveDocument.1">
                  <p:embed/>
                </p:oleObj>
              </mc:Choice>
              <mc:Fallback>
                <p:oleObj name="thinkcell Slide" r:id="rId8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Google Shape;10;p17"/>
          <p:cNvSpPr/>
          <p:nvPr/>
        </p:nvSpPr>
        <p:spPr>
          <a:xfrm>
            <a:off x="8019472" y="6642000"/>
            <a:ext cx="2140528" cy="16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pen Sans"/>
              <a:buNone/>
            </a:pPr>
            <a:r>
              <a:rPr lang="pt-BR" sz="6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220314 - RCA vSent</a:t>
            </a:r>
            <a:endParaRPr sz="6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1;p17"/>
          <p:cNvSpPr/>
          <p:nvPr/>
        </p:nvSpPr>
        <p:spPr>
          <a:xfrm>
            <a:off x="7225145" y="6642000"/>
            <a:ext cx="540327" cy="16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pen Sans"/>
              <a:buNone/>
            </a:pPr>
            <a:r>
              <a:rPr lang="pt-BR" sz="6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7"/>
          <p:cNvSpPr txBox="1">
            <a:spLocks noGrp="1"/>
          </p:cNvSpPr>
          <p:nvPr>
            <p:ph type="body" idx="1"/>
          </p:nvPr>
        </p:nvSpPr>
        <p:spPr>
          <a:xfrm>
            <a:off x="334435" y="1268413"/>
            <a:ext cx="11522603" cy="528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&gt;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&gt;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 SemiBold"/>
              <a:buNone/>
              <a:defRPr sz="2400" b="1" i="0" u="none" strike="noStrike" cap="non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/>
          <p:nvPr/>
        </p:nvSpPr>
        <p:spPr>
          <a:xfrm>
            <a:off x="11714371" y="6660044"/>
            <a:ext cx="142668" cy="13849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Open Sans"/>
              <a:buNone/>
            </a:pPr>
            <a:fld id="{00000000-1234-1234-1234-123412341234}" type="slidenum">
              <a:rPr lang="pt-BR" sz="900" b="0" i="0" u="none" strike="noStrike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900" b="0" i="0" u="none" strike="noStrike" cap="none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" name="Google Shape;15;p17"/>
          <p:cNvCxnSpPr/>
          <p:nvPr/>
        </p:nvCxnSpPr>
        <p:spPr>
          <a:xfrm>
            <a:off x="0" y="873125"/>
            <a:ext cx="11857037" cy="0"/>
          </a:xfrm>
          <a:prstGeom prst="straightConnector1">
            <a:avLst/>
          </a:prstGeom>
          <a:noFill/>
          <a:ln w="19050" cap="flat" cmpd="sng">
            <a:solidFill>
              <a:srgbClr val="333333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6" name="Google Shape;16;p17"/>
          <p:cNvCxnSpPr/>
          <p:nvPr/>
        </p:nvCxnSpPr>
        <p:spPr>
          <a:xfrm>
            <a:off x="0" y="6598800"/>
            <a:ext cx="1185703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7" name="Google Shape;17;p17"/>
          <p:cNvSpPr/>
          <p:nvPr/>
        </p:nvSpPr>
        <p:spPr>
          <a:xfrm>
            <a:off x="261257" y="6648113"/>
            <a:ext cx="11353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pt-BR" sz="600" b="0" i="0" u="none" strike="noStrike" cap="none">
                <a:solidFill>
                  <a:srgbClr val="7F7F7F"/>
                </a:solidFill>
                <a:latin typeface="Verdana"/>
                <a:ea typeface="Verdana"/>
                <a:cs typeface="Verdana"/>
                <a:sym typeface="Verdana"/>
              </a:rPr>
              <a:t>As informações aqui tratadas são confidenciais, de uso exclusivo do Instituto Reditus e seus parceiros, e não podem ser compartilhadas sem autorização por escrito do Instituto Reditus.</a:t>
            </a:r>
            <a:endParaRPr sz="800" b="0" i="0" u="none" strike="noStrike" cap="none">
              <a:solidFill>
                <a:srgbClr val="7F7F7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161395" y="6611267"/>
            <a:ext cx="468313" cy="21891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>
          <p15:clr>
            <a:srgbClr val="D1D1D1"/>
          </p15:clr>
        </p15:guide>
        <p15:guide id="2" pos="211">
          <p15:clr>
            <a:srgbClr val="D1D1D1"/>
          </p15:clr>
        </p15:guide>
        <p15:guide id="3" orient="horz" pos="799">
          <p15:clr>
            <a:srgbClr val="D1D1D1"/>
          </p15:clr>
        </p15:guide>
        <p15:guide id="4" orient="horz" pos="4133">
          <p15:clr>
            <a:srgbClr val="D1D1D1"/>
          </p15:clr>
        </p15:guide>
        <p15:guide id="5" pos="7469">
          <p15:clr>
            <a:srgbClr val="D1D1D1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27C2C02-9DBC-0802-3B9B-DFCDC0A7B2C6}"/>
              </a:ext>
            </a:extLst>
          </p:cNvPr>
          <p:cNvGraphicFramePr>
            <a:graphicFrameLocks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4051636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3" imgW="425" imgH="426" progId="TCLayout.ActiveDocument.1">
                  <p:embed/>
                </p:oleObj>
              </mc:Choice>
              <mc:Fallback>
                <p:oleObj name="thinkcell Slide" r:id="rId13" imgW="425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Google Shape;3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35">
          <p15:clr>
            <a:srgbClr val="F26B43"/>
          </p15:clr>
        </p15:guide>
        <p15:guide id="2" orient="horz" pos="1087">
          <p15:clr>
            <a:srgbClr val="F26B43"/>
          </p15:clr>
        </p15:guide>
        <p15:guide id="3" orient="horz" pos="3981">
          <p15:clr>
            <a:srgbClr val="F26B43"/>
          </p15:clr>
        </p15:guide>
        <p15:guide id="4" pos="528">
          <p15:clr>
            <a:srgbClr val="F26B43"/>
          </p15:clr>
        </p15:guide>
        <p15:guide id="5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g"/><Relationship Id="rId12" Type="http://schemas.openxmlformats.org/officeDocument/2006/relationships/image" Target="../media/image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11" Type="http://schemas.openxmlformats.org/officeDocument/2006/relationships/image" Target="../media/image8.sv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tfpColumnIndicatorGroup2">
            <a:extLst>
              <a:ext uri="{FF2B5EF4-FFF2-40B4-BE49-F238E27FC236}">
                <a16:creationId xmlns:a16="http://schemas.microsoft.com/office/drawing/2014/main" id="{FF56A279-B0DD-9DF7-8DAD-496A9F4917D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9" name="btfpColumnGapBlocker477797">
              <a:extLst>
                <a:ext uri="{FF2B5EF4-FFF2-40B4-BE49-F238E27FC236}">
                  <a16:creationId xmlns:a16="http://schemas.microsoft.com/office/drawing/2014/main" id="{EA2ED4DB-45DB-CB30-5D80-833125B44209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btfpColumnGapBlocker345964">
              <a:extLst>
                <a:ext uri="{FF2B5EF4-FFF2-40B4-BE49-F238E27FC236}">
                  <a16:creationId xmlns:a16="http://schemas.microsoft.com/office/drawing/2014/main" id="{F239E68E-7696-67C7-A690-CE82E4FB33C4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" name="btfpColumnIndicator154840">
              <a:extLst>
                <a:ext uri="{FF2B5EF4-FFF2-40B4-BE49-F238E27FC236}">
                  <a16:creationId xmlns:a16="http://schemas.microsoft.com/office/drawing/2014/main" id="{D46FF669-E77F-1A4E-B498-D433F1D94DE4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861760">
              <a:extLst>
                <a:ext uri="{FF2B5EF4-FFF2-40B4-BE49-F238E27FC236}">
                  <a16:creationId xmlns:a16="http://schemas.microsoft.com/office/drawing/2014/main" id="{27E55174-A9F6-2A9E-A05A-DACEB43055AC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btfpColumnIndicatorGroup1">
            <a:extLst>
              <a:ext uri="{FF2B5EF4-FFF2-40B4-BE49-F238E27FC236}">
                <a16:creationId xmlns:a16="http://schemas.microsoft.com/office/drawing/2014/main" id="{93F43F59-05BB-C569-BCD4-9A7962C8094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" name="btfpColumnGapBlocker238035">
              <a:extLst>
                <a:ext uri="{FF2B5EF4-FFF2-40B4-BE49-F238E27FC236}">
                  <a16:creationId xmlns:a16="http://schemas.microsoft.com/office/drawing/2014/main" id="{3454F70B-A962-A23B-59BC-4855E37A889B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btfpColumnGapBlocker803969">
              <a:extLst>
                <a:ext uri="{FF2B5EF4-FFF2-40B4-BE49-F238E27FC236}">
                  <a16:creationId xmlns:a16="http://schemas.microsoft.com/office/drawing/2014/main" id="{9C03E590-7978-5BAB-AD54-04C9FCEAA3D9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" name="btfpColumnIndicator686406">
              <a:extLst>
                <a:ext uri="{FF2B5EF4-FFF2-40B4-BE49-F238E27FC236}">
                  <a16:creationId xmlns:a16="http://schemas.microsoft.com/office/drawing/2014/main" id="{FFC65001-61C1-B3EA-13EC-2F4DCB403DBD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173222">
              <a:extLst>
                <a:ext uri="{FF2B5EF4-FFF2-40B4-BE49-F238E27FC236}">
                  <a16:creationId xmlns:a16="http://schemas.microsoft.com/office/drawing/2014/main" id="{AB2C1098-9A4F-EE99-2D37-FD406526C2DE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Google Shape;200;p1"/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1" name="Google Shape;201;p1"/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" name="Google Shape;203;p1"/>
            <p:cNvCxnSpPr/>
            <p:nvPr/>
          </p:nvCxnSpPr>
          <p:spPr>
            <a:xfrm rot="10800000">
              <a:off x="118618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1"/>
            <p:cNvCxnSpPr/>
            <p:nvPr/>
          </p:nvCxnSpPr>
          <p:spPr>
            <a:xfrm rot="10800000">
              <a:off x="3302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5" name="Google Shape;205;p1"/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06" name="Google Shape;206;p1"/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" name="Google Shape;208;p1"/>
            <p:cNvCxnSpPr/>
            <p:nvPr/>
          </p:nvCxnSpPr>
          <p:spPr>
            <a:xfrm rot="10800000">
              <a:off x="118618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p1"/>
            <p:cNvCxnSpPr/>
            <p:nvPr/>
          </p:nvCxnSpPr>
          <p:spPr>
            <a:xfrm rot="10800000">
              <a:off x="3302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10" name="Google Shape;210;p1"/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11" name="Google Shape;211;p1"/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Open Sans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Open Sans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13" name="Google Shape;213;p1"/>
            <p:cNvCxnSpPr/>
            <p:nvPr/>
          </p:nvCxnSpPr>
          <p:spPr>
            <a:xfrm rot="10800000">
              <a:off x="118618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14" name="Google Shape;214;p1"/>
            <p:cNvCxnSpPr/>
            <p:nvPr/>
          </p:nvCxnSpPr>
          <p:spPr>
            <a:xfrm rot="10800000">
              <a:off x="3302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215" name="Google Shape;215;p1"/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16" name="Google Shape;216;p1"/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Open Sans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36000" tIns="36000" rIns="36000" bIns="36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Open Sans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18" name="Google Shape;218;p1"/>
            <p:cNvCxnSpPr/>
            <p:nvPr/>
          </p:nvCxnSpPr>
          <p:spPr>
            <a:xfrm rot="10800000">
              <a:off x="118618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19" name="Google Shape;219;p1"/>
            <p:cNvCxnSpPr/>
            <p:nvPr/>
          </p:nvCxnSpPr>
          <p:spPr>
            <a:xfrm rot="10800000">
              <a:off x="3302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20" name="Google Shape;220;p1"/>
          <p:cNvSpPr txBox="1">
            <a:spLocks noGrp="1"/>
          </p:cNvSpPr>
          <p:nvPr>
            <p:ph type="body" idx="1"/>
          </p:nvPr>
        </p:nvSpPr>
        <p:spPr>
          <a:xfrm>
            <a:off x="334964" y="1708838"/>
            <a:ext cx="115221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720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pen Sans"/>
              <a:buNone/>
            </a:pPr>
            <a:r>
              <a:rPr lang="pt-BR" sz="2800" dirty="0"/>
              <a:t>Reunião do Conselho de Administração</a:t>
            </a:r>
            <a:endParaRPr sz="2800" dirty="0"/>
          </a:p>
        </p:txBody>
      </p:sp>
      <p:sp>
        <p:nvSpPr>
          <p:cNvPr id="221" name="Google Shape;221;p1"/>
          <p:cNvSpPr txBox="1">
            <a:spLocks noGrp="1"/>
          </p:cNvSpPr>
          <p:nvPr>
            <p:ph type="body" idx="2"/>
          </p:nvPr>
        </p:nvSpPr>
        <p:spPr>
          <a:xfrm>
            <a:off x="334965" y="2515313"/>
            <a:ext cx="115221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200"/>
              <a:buFont typeface="Open Sans"/>
              <a:buNone/>
            </a:pPr>
            <a:r>
              <a:rPr lang="pt-BR" dirty="0"/>
              <a:t>Outubro, 2026</a:t>
            </a: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E09B402-59F9-DDC0-930C-A6C301EDB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btfpColumnIndicatorGroup2">
            <a:extLst>
              <a:ext uri="{FF2B5EF4-FFF2-40B4-BE49-F238E27FC236}">
                <a16:creationId xmlns:a16="http://schemas.microsoft.com/office/drawing/2014/main" id="{9EEEE5FA-8BF7-75E4-34AF-4B7AAD7F656F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6" name="btfpColumnGapBlocker792417">
              <a:extLst>
                <a:ext uri="{FF2B5EF4-FFF2-40B4-BE49-F238E27FC236}">
                  <a16:creationId xmlns:a16="http://schemas.microsoft.com/office/drawing/2014/main" id="{71271F2F-608B-4324-5A24-7EBB7504AE06}"/>
                </a:ext>
              </a:extLst>
            </p:cNvPr>
            <p:cNvSpPr/>
            <p:nvPr/>
          </p:nvSpPr>
          <p:spPr>
            <a:xfrm>
              <a:off x="11353800" y="692658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907806">
              <a:extLst>
                <a:ext uri="{FF2B5EF4-FFF2-40B4-BE49-F238E27FC236}">
                  <a16:creationId xmlns:a16="http://schemas.microsoft.com/office/drawing/2014/main" id="{C240690D-CB9E-90BE-3651-4713A1B6F23C}"/>
                </a:ext>
              </a:extLst>
            </p:cNvPr>
            <p:cNvSpPr/>
            <p:nvPr/>
          </p:nvSpPr>
          <p:spPr>
            <a:xfrm>
              <a:off x="0" y="692658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btfpColumnIndicator349132">
              <a:extLst>
                <a:ext uri="{FF2B5EF4-FFF2-40B4-BE49-F238E27FC236}">
                  <a16:creationId xmlns:a16="http://schemas.microsoft.com/office/drawing/2014/main" id="{394B0ECB-309B-BBFE-95FB-3F0E6CEBF8A8}"/>
                </a:ext>
              </a:extLst>
            </p:cNvPr>
            <p:cNvCxnSpPr/>
            <p:nvPr/>
          </p:nvCxnSpPr>
          <p:spPr>
            <a:xfrm flipV="1">
              <a:off x="11353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489303">
              <a:extLst>
                <a:ext uri="{FF2B5EF4-FFF2-40B4-BE49-F238E27FC236}">
                  <a16:creationId xmlns:a16="http://schemas.microsoft.com/office/drawing/2014/main" id="{2BDEF5FD-402C-98AA-4BA4-662D6692736F}"/>
                </a:ext>
              </a:extLst>
            </p:cNvPr>
            <p:cNvCxnSpPr/>
            <p:nvPr/>
          </p:nvCxnSpPr>
          <p:spPr>
            <a:xfrm flipV="1">
              <a:off x="838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btfpColumnIndicatorGroup1">
            <a:extLst>
              <a:ext uri="{FF2B5EF4-FFF2-40B4-BE49-F238E27FC236}">
                <a16:creationId xmlns:a16="http://schemas.microsoft.com/office/drawing/2014/main" id="{43F5F7EA-3D88-F793-6374-8533F774C6B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5" name="btfpColumnGapBlocker625870">
              <a:extLst>
                <a:ext uri="{FF2B5EF4-FFF2-40B4-BE49-F238E27FC236}">
                  <a16:creationId xmlns:a16="http://schemas.microsoft.com/office/drawing/2014/main" id="{219825C7-2481-1A2D-813C-87666810DBD0}"/>
                </a:ext>
              </a:extLst>
            </p:cNvPr>
            <p:cNvSpPr/>
            <p:nvPr/>
          </p:nvSpPr>
          <p:spPr>
            <a:xfrm>
              <a:off x="11353800" y="-20574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btfpColumnGapBlocker427090">
              <a:extLst>
                <a:ext uri="{FF2B5EF4-FFF2-40B4-BE49-F238E27FC236}">
                  <a16:creationId xmlns:a16="http://schemas.microsoft.com/office/drawing/2014/main" id="{4AFB4FBA-ECD5-4F64-03B2-11E9A1C4AC40}"/>
                </a:ext>
              </a:extLst>
            </p:cNvPr>
            <p:cNvSpPr/>
            <p:nvPr/>
          </p:nvSpPr>
          <p:spPr>
            <a:xfrm>
              <a:off x="0" y="-20574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" name="btfpColumnIndicator360799">
              <a:extLst>
                <a:ext uri="{FF2B5EF4-FFF2-40B4-BE49-F238E27FC236}">
                  <a16:creationId xmlns:a16="http://schemas.microsoft.com/office/drawing/2014/main" id="{3C3DC678-F54F-D016-9887-8B4F16739780}"/>
                </a:ext>
              </a:extLst>
            </p:cNvPr>
            <p:cNvCxnSpPr/>
            <p:nvPr/>
          </p:nvCxnSpPr>
          <p:spPr>
            <a:xfrm flipV="1">
              <a:off x="11353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570134">
              <a:extLst>
                <a:ext uri="{FF2B5EF4-FFF2-40B4-BE49-F238E27FC236}">
                  <a16:creationId xmlns:a16="http://schemas.microsoft.com/office/drawing/2014/main" id="{7BB01059-E526-B7C0-F98C-8B54A7FA3EF2}"/>
                </a:ext>
              </a:extLst>
            </p:cNvPr>
            <p:cNvCxnSpPr/>
            <p:nvPr/>
          </p:nvCxnSpPr>
          <p:spPr>
            <a:xfrm flipV="1">
              <a:off x="838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E124D59F-512E-1ADE-7CF7-5730AE30594D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44430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425" imgH="426" progId="TCLayout.ActiveDocument.1">
                  <p:embed/>
                </p:oleObj>
              </mc:Choice>
              <mc:Fallback>
                <p:oleObj name="thinkcell Slide" r:id="rId5" imgW="425" imgH="42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5C51D-9E9D-BA68-20F7-B5B5B5F5C4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9" name="Google Shape;609;p9">
            <a:extLst>
              <a:ext uri="{FF2B5EF4-FFF2-40B4-BE49-F238E27FC236}">
                <a16:creationId xmlns:a16="http://schemas.microsoft.com/office/drawing/2014/main" id="{7DE8D0FA-1DB1-2A24-1BF9-B4DA2F96B14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-5274020" y="2184400"/>
            <a:ext cx="6286500" cy="377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3">
            <a:extLst>
              <a:ext uri="{FF2B5EF4-FFF2-40B4-BE49-F238E27FC236}">
                <a16:creationId xmlns:a16="http://schemas.microsoft.com/office/drawing/2014/main" id="{818F4670-63C4-57F5-9FAD-F50D3D34960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15" name="Google Shape;315;p3">
              <a:extLst>
                <a:ext uri="{FF2B5EF4-FFF2-40B4-BE49-F238E27FC236}">
                  <a16:creationId xmlns:a16="http://schemas.microsoft.com/office/drawing/2014/main" id="{ABC72ADC-7ED9-F63C-244E-7793AF61BFDA}"/>
                </a:ext>
              </a:extLst>
            </p:cNvPr>
            <p:cNvSpPr/>
            <p:nvPr/>
          </p:nvSpPr>
          <p:spPr>
            <a:xfrm>
              <a:off x="11353800" y="692658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">
              <a:extLst>
                <a:ext uri="{FF2B5EF4-FFF2-40B4-BE49-F238E27FC236}">
                  <a16:creationId xmlns:a16="http://schemas.microsoft.com/office/drawing/2014/main" id="{975E9935-ADB2-772E-09E3-07B7CF72F879}"/>
                </a:ext>
              </a:extLst>
            </p:cNvPr>
            <p:cNvSpPr/>
            <p:nvPr/>
          </p:nvSpPr>
          <p:spPr>
            <a:xfrm>
              <a:off x="0" y="692658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7" name="Google Shape;317;p3">
              <a:extLst>
                <a:ext uri="{FF2B5EF4-FFF2-40B4-BE49-F238E27FC236}">
                  <a16:creationId xmlns:a16="http://schemas.microsoft.com/office/drawing/2014/main" id="{7156B1B6-659E-5857-460F-C31E4C43F630}"/>
                </a:ext>
              </a:extLst>
            </p:cNvPr>
            <p:cNvCxnSpPr/>
            <p:nvPr/>
          </p:nvCxnSpPr>
          <p:spPr>
            <a:xfrm rot="10800000">
              <a:off x="113538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3">
              <a:extLst>
                <a:ext uri="{FF2B5EF4-FFF2-40B4-BE49-F238E27FC236}">
                  <a16:creationId xmlns:a16="http://schemas.microsoft.com/office/drawing/2014/main" id="{D5DD6877-6A84-C59C-848D-684F3BD7424A}"/>
                </a:ext>
              </a:extLst>
            </p:cNvPr>
            <p:cNvCxnSpPr/>
            <p:nvPr/>
          </p:nvCxnSpPr>
          <p:spPr>
            <a:xfrm rot="10800000">
              <a:off x="8382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19" name="Google Shape;319;p3">
            <a:extLst>
              <a:ext uri="{FF2B5EF4-FFF2-40B4-BE49-F238E27FC236}">
                <a16:creationId xmlns:a16="http://schemas.microsoft.com/office/drawing/2014/main" id="{13205BE3-9A23-48C6-98F2-FB3D0879323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0" name="Google Shape;320;p3">
              <a:extLst>
                <a:ext uri="{FF2B5EF4-FFF2-40B4-BE49-F238E27FC236}">
                  <a16:creationId xmlns:a16="http://schemas.microsoft.com/office/drawing/2014/main" id="{29726D09-554C-196A-CEAF-18BFCBEE3EB5}"/>
                </a:ext>
              </a:extLst>
            </p:cNvPr>
            <p:cNvSpPr/>
            <p:nvPr/>
          </p:nvSpPr>
          <p:spPr>
            <a:xfrm>
              <a:off x="11353800" y="-20574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">
              <a:extLst>
                <a:ext uri="{FF2B5EF4-FFF2-40B4-BE49-F238E27FC236}">
                  <a16:creationId xmlns:a16="http://schemas.microsoft.com/office/drawing/2014/main" id="{E2513CFF-C96B-20EA-5A0E-BDF8D8A57722}"/>
                </a:ext>
              </a:extLst>
            </p:cNvPr>
            <p:cNvSpPr/>
            <p:nvPr/>
          </p:nvSpPr>
          <p:spPr>
            <a:xfrm>
              <a:off x="0" y="-20574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2" name="Google Shape;322;p3">
              <a:extLst>
                <a:ext uri="{FF2B5EF4-FFF2-40B4-BE49-F238E27FC236}">
                  <a16:creationId xmlns:a16="http://schemas.microsoft.com/office/drawing/2014/main" id="{B774F535-0AC9-9487-47B6-57468A4BE5CB}"/>
                </a:ext>
              </a:extLst>
            </p:cNvPr>
            <p:cNvCxnSpPr/>
            <p:nvPr/>
          </p:nvCxnSpPr>
          <p:spPr>
            <a:xfrm rot="10800000">
              <a:off x="113538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3" name="Google Shape;323;p3">
              <a:extLst>
                <a:ext uri="{FF2B5EF4-FFF2-40B4-BE49-F238E27FC236}">
                  <a16:creationId xmlns:a16="http://schemas.microsoft.com/office/drawing/2014/main" id="{B1FB5D4A-2F6C-E650-F5A6-8CA846019D32}"/>
                </a:ext>
              </a:extLst>
            </p:cNvPr>
            <p:cNvCxnSpPr/>
            <p:nvPr/>
          </p:nvCxnSpPr>
          <p:spPr>
            <a:xfrm rot="10800000">
              <a:off x="8382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24" name="Google Shape;324;p3">
            <a:extLst>
              <a:ext uri="{FF2B5EF4-FFF2-40B4-BE49-F238E27FC236}">
                <a16:creationId xmlns:a16="http://schemas.microsoft.com/office/drawing/2014/main" id="{8E2228DB-202E-4C8D-E7BD-09DD81D0CC38}"/>
              </a:ext>
            </a:extLst>
          </p:cNvPr>
          <p:cNvGrpSpPr/>
          <p:nvPr/>
        </p:nvGrpSpPr>
        <p:grpSpPr>
          <a:xfrm>
            <a:off x="0" y="6701205"/>
            <a:ext cx="12192000" cy="137160"/>
            <a:chOff x="0" y="6926580"/>
            <a:chExt cx="12192000" cy="137160"/>
          </a:xfrm>
        </p:grpSpPr>
        <p:sp>
          <p:nvSpPr>
            <p:cNvPr id="325" name="Google Shape;325;p3">
              <a:extLst>
                <a:ext uri="{FF2B5EF4-FFF2-40B4-BE49-F238E27FC236}">
                  <a16:creationId xmlns:a16="http://schemas.microsoft.com/office/drawing/2014/main" id="{D53A0524-2F82-062F-1AEB-D0AB6E51AC65}"/>
                </a:ext>
              </a:extLst>
            </p:cNvPr>
            <p:cNvSpPr/>
            <p:nvPr/>
          </p:nvSpPr>
          <p:spPr>
            <a:xfrm>
              <a:off x="11353800" y="692658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eelawadee"/>
                <a:ea typeface="Leelawadee"/>
                <a:cs typeface="Leelawadee"/>
                <a:sym typeface="Leelawadee"/>
              </a:endParaRPr>
            </a:p>
          </p:txBody>
        </p:sp>
        <p:sp>
          <p:nvSpPr>
            <p:cNvPr id="326" name="Google Shape;326;p3">
              <a:extLst>
                <a:ext uri="{FF2B5EF4-FFF2-40B4-BE49-F238E27FC236}">
                  <a16:creationId xmlns:a16="http://schemas.microsoft.com/office/drawing/2014/main" id="{4C8F2548-96C6-77D7-72A1-E512896273DD}"/>
                </a:ext>
              </a:extLst>
            </p:cNvPr>
            <p:cNvSpPr/>
            <p:nvPr/>
          </p:nvSpPr>
          <p:spPr>
            <a:xfrm>
              <a:off x="0" y="692658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eelawadee"/>
                <a:ea typeface="Leelawadee"/>
                <a:cs typeface="Leelawadee"/>
                <a:sym typeface="Leelawadee"/>
              </a:endParaRPr>
            </a:p>
          </p:txBody>
        </p:sp>
        <p:cxnSp>
          <p:nvCxnSpPr>
            <p:cNvPr id="327" name="Google Shape;327;p3">
              <a:extLst>
                <a:ext uri="{FF2B5EF4-FFF2-40B4-BE49-F238E27FC236}">
                  <a16:creationId xmlns:a16="http://schemas.microsoft.com/office/drawing/2014/main" id="{138404B5-A3C7-A26A-D941-85247EF983F6}"/>
                </a:ext>
              </a:extLst>
            </p:cNvPr>
            <p:cNvCxnSpPr/>
            <p:nvPr/>
          </p:nvCxnSpPr>
          <p:spPr>
            <a:xfrm rot="10800000">
              <a:off x="11353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8" name="Google Shape;328;p3">
              <a:extLst>
                <a:ext uri="{FF2B5EF4-FFF2-40B4-BE49-F238E27FC236}">
                  <a16:creationId xmlns:a16="http://schemas.microsoft.com/office/drawing/2014/main" id="{A55AC007-05CF-B9EA-C867-C77DAAEB07D0}"/>
                </a:ext>
              </a:extLst>
            </p:cNvPr>
            <p:cNvCxnSpPr/>
            <p:nvPr/>
          </p:nvCxnSpPr>
          <p:spPr>
            <a:xfrm rot="10800000">
              <a:off x="838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29" name="Google Shape;329;p3">
            <a:extLst>
              <a:ext uri="{FF2B5EF4-FFF2-40B4-BE49-F238E27FC236}">
                <a16:creationId xmlns:a16="http://schemas.microsoft.com/office/drawing/2014/main" id="{668705F0-D1FB-A18B-190E-E0FA74EB686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0" name="Google Shape;330;p3">
              <a:extLst>
                <a:ext uri="{FF2B5EF4-FFF2-40B4-BE49-F238E27FC236}">
                  <a16:creationId xmlns:a16="http://schemas.microsoft.com/office/drawing/2014/main" id="{4CD1D986-17A2-D849-2340-694D5E573FC7}"/>
                </a:ext>
              </a:extLst>
            </p:cNvPr>
            <p:cNvSpPr/>
            <p:nvPr/>
          </p:nvSpPr>
          <p:spPr>
            <a:xfrm>
              <a:off x="11353800" y="-20574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">
              <a:extLst>
                <a:ext uri="{FF2B5EF4-FFF2-40B4-BE49-F238E27FC236}">
                  <a16:creationId xmlns:a16="http://schemas.microsoft.com/office/drawing/2014/main" id="{80BA0543-01E2-03FF-E350-F015F151FD03}"/>
                </a:ext>
              </a:extLst>
            </p:cNvPr>
            <p:cNvSpPr/>
            <p:nvPr/>
          </p:nvSpPr>
          <p:spPr>
            <a:xfrm>
              <a:off x="0" y="-20574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2" name="Google Shape;332;p3">
              <a:extLst>
                <a:ext uri="{FF2B5EF4-FFF2-40B4-BE49-F238E27FC236}">
                  <a16:creationId xmlns:a16="http://schemas.microsoft.com/office/drawing/2014/main" id="{21751518-3FE3-42F4-6715-CE7F51B50066}"/>
                </a:ext>
              </a:extLst>
            </p:cNvPr>
            <p:cNvCxnSpPr/>
            <p:nvPr/>
          </p:nvCxnSpPr>
          <p:spPr>
            <a:xfrm rot="10800000">
              <a:off x="11353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33" name="Google Shape;333;p3">
              <a:extLst>
                <a:ext uri="{FF2B5EF4-FFF2-40B4-BE49-F238E27FC236}">
                  <a16:creationId xmlns:a16="http://schemas.microsoft.com/office/drawing/2014/main" id="{C671FA98-AD79-B5AA-C14B-DEB719E58F86}"/>
                </a:ext>
              </a:extLst>
            </p:cNvPr>
            <p:cNvCxnSpPr/>
            <p:nvPr/>
          </p:nvCxnSpPr>
          <p:spPr>
            <a:xfrm rot="10800000">
              <a:off x="838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34" name="Google Shape;334;p3">
            <a:extLst>
              <a:ext uri="{FF2B5EF4-FFF2-40B4-BE49-F238E27FC236}">
                <a16:creationId xmlns:a16="http://schemas.microsoft.com/office/drawing/2014/main" id="{45D42D60-C41A-0863-C2E5-5E61CE89F000}"/>
              </a:ext>
            </a:extLst>
          </p:cNvPr>
          <p:cNvSpPr txBox="1"/>
          <p:nvPr/>
        </p:nvSpPr>
        <p:spPr>
          <a:xfrm>
            <a:off x="553800" y="148763"/>
            <a:ext cx="11084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pt-BR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isão</a:t>
            </a:r>
            <a:r>
              <a:rPr lang="pt-BR" sz="24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geral </a:t>
            </a:r>
            <a:r>
              <a:rPr lang="pt-BR" sz="24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– Reditus </a:t>
            </a:r>
            <a:r>
              <a:rPr lang="pt-BR" sz="24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Talks</a:t>
            </a:r>
            <a:endParaRPr sz="24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18;p19">
            <a:extLst>
              <a:ext uri="{FF2B5EF4-FFF2-40B4-BE49-F238E27FC236}">
                <a16:creationId xmlns:a16="http://schemas.microsoft.com/office/drawing/2014/main" id="{2AE5096D-2480-769F-F6C3-EF51CEF20D32}"/>
              </a:ext>
            </a:extLst>
          </p:cNvPr>
          <p:cNvSpPr/>
          <p:nvPr/>
        </p:nvSpPr>
        <p:spPr>
          <a:xfrm>
            <a:off x="553800" y="6526193"/>
            <a:ext cx="11084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pt-BR" sz="600" b="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As informações aqui tratadas são confidenciais, de uso exclusivo do Instituto Reditus e seus parceiros, e não podem ser compartilhadas sem autorização por escrito do Instituto Reditus.</a:t>
            </a:r>
            <a:endParaRPr sz="800" b="0" i="0" u="none" strike="noStrike" cap="none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" name="Google Shape;310;p3">
            <a:extLst>
              <a:ext uri="{FF2B5EF4-FFF2-40B4-BE49-F238E27FC236}">
                <a16:creationId xmlns:a16="http://schemas.microsoft.com/office/drawing/2014/main" id="{152525D5-4816-55B7-94AF-4954E8034186}"/>
              </a:ext>
            </a:extLst>
          </p:cNvPr>
          <p:cNvSpPr/>
          <p:nvPr/>
        </p:nvSpPr>
        <p:spPr>
          <a:xfrm>
            <a:off x="553797" y="1139646"/>
            <a:ext cx="5346551" cy="59518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Informações sobre o evento</a:t>
            </a:r>
            <a:endParaRPr sz="2000" b="1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0;p3">
            <a:extLst>
              <a:ext uri="{FF2B5EF4-FFF2-40B4-BE49-F238E27FC236}">
                <a16:creationId xmlns:a16="http://schemas.microsoft.com/office/drawing/2014/main" id="{71CC673C-5B10-9DB4-0784-AE8555F62CFE}"/>
              </a:ext>
            </a:extLst>
          </p:cNvPr>
          <p:cNvSpPr/>
          <p:nvPr/>
        </p:nvSpPr>
        <p:spPr>
          <a:xfrm>
            <a:off x="6291654" y="1139646"/>
            <a:ext cx="5346551" cy="59518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2000" b="1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Próximos passos</a:t>
            </a:r>
            <a:endParaRPr sz="2000" b="1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FCCBC93-B8DA-81BA-C9EB-194DB4CE63D6}"/>
              </a:ext>
            </a:extLst>
          </p:cNvPr>
          <p:cNvCxnSpPr>
            <a:cxnSpLocks/>
          </p:cNvCxnSpPr>
          <p:nvPr/>
        </p:nvCxnSpPr>
        <p:spPr>
          <a:xfrm>
            <a:off x="553797" y="1670281"/>
            <a:ext cx="534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69125A-BB4F-0BD9-B3DD-D293F67EE75D}"/>
              </a:ext>
            </a:extLst>
          </p:cNvPr>
          <p:cNvCxnSpPr>
            <a:cxnSpLocks/>
          </p:cNvCxnSpPr>
          <p:nvPr/>
        </p:nvCxnSpPr>
        <p:spPr>
          <a:xfrm>
            <a:off x="6291654" y="1670281"/>
            <a:ext cx="534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C53C5A3-7C86-C5A2-F680-353290CC67DA}"/>
              </a:ext>
            </a:extLst>
          </p:cNvPr>
          <p:cNvSpPr txBox="1"/>
          <p:nvPr/>
        </p:nvSpPr>
        <p:spPr>
          <a:xfrm>
            <a:off x="1083648" y="4099850"/>
            <a:ext cx="481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Escritório</a:t>
            </a:r>
            <a:r>
              <a:rPr lang="en-US" dirty="0"/>
              <a:t> da VTEX - </a:t>
            </a:r>
            <a:r>
              <a:rPr lang="pt-BR" dirty="0"/>
              <a:t>Praia de Botafogo, 300, Botafogo, Rio de Janeiro - RJ</a:t>
            </a:r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6E0F347-C3D9-5D12-784E-47B12BBF9105}"/>
              </a:ext>
            </a:extLst>
          </p:cNvPr>
          <p:cNvGrpSpPr/>
          <p:nvPr/>
        </p:nvGrpSpPr>
        <p:grpSpPr>
          <a:xfrm>
            <a:off x="553797" y="1792161"/>
            <a:ext cx="5346552" cy="457200"/>
            <a:chOff x="553797" y="1792161"/>
            <a:chExt cx="5346552" cy="45720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886DC16-19B3-8AC2-D309-17513418B1D3}"/>
                </a:ext>
              </a:extLst>
            </p:cNvPr>
            <p:cNvSpPr txBox="1"/>
            <p:nvPr/>
          </p:nvSpPr>
          <p:spPr>
            <a:xfrm>
              <a:off x="1083649" y="1851484"/>
              <a:ext cx="4816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Agenda</a:t>
              </a:r>
              <a:endParaRPr lang="pt-BR" sz="1600" b="1" dirty="0"/>
            </a:p>
          </p:txBody>
        </p:sp>
        <p:pic>
          <p:nvPicPr>
            <p:cNvPr id="46" name="Graphic 45" descr="Daily calendar outline">
              <a:extLst>
                <a:ext uri="{FF2B5EF4-FFF2-40B4-BE49-F238E27FC236}">
                  <a16:creationId xmlns:a16="http://schemas.microsoft.com/office/drawing/2014/main" id="{13DD6CD2-9190-5493-4AA9-E4DFE0267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3797" y="1792161"/>
              <a:ext cx="457200" cy="4572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7E4292E-3CC1-CDAE-3F79-E801B97EEA66}"/>
              </a:ext>
            </a:extLst>
          </p:cNvPr>
          <p:cNvGrpSpPr/>
          <p:nvPr/>
        </p:nvGrpSpPr>
        <p:grpSpPr>
          <a:xfrm>
            <a:off x="553797" y="3537293"/>
            <a:ext cx="5346552" cy="457200"/>
            <a:chOff x="553797" y="3234594"/>
            <a:chExt cx="5346552" cy="457200"/>
          </a:xfrm>
        </p:grpSpPr>
        <p:pic>
          <p:nvPicPr>
            <p:cNvPr id="50" name="Graphic 49" descr="Marker outline">
              <a:extLst>
                <a:ext uri="{FF2B5EF4-FFF2-40B4-BE49-F238E27FC236}">
                  <a16:creationId xmlns:a16="http://schemas.microsoft.com/office/drawing/2014/main" id="{54915AD9-BBE0-00E2-5329-172AAE6F8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53797" y="3234594"/>
              <a:ext cx="457200" cy="4572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D39DDFE-DC01-010E-6810-08A31B44C8BA}"/>
                </a:ext>
              </a:extLst>
            </p:cNvPr>
            <p:cNvSpPr txBox="1"/>
            <p:nvPr/>
          </p:nvSpPr>
          <p:spPr>
            <a:xfrm>
              <a:off x="1083649" y="3293917"/>
              <a:ext cx="4816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Local</a:t>
              </a:r>
              <a:endParaRPr lang="pt-BR" sz="1600" b="1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F8397A8-DCCC-C30D-AAC2-0E1791BF7DE1}"/>
              </a:ext>
            </a:extLst>
          </p:cNvPr>
          <p:cNvGrpSpPr/>
          <p:nvPr/>
        </p:nvGrpSpPr>
        <p:grpSpPr>
          <a:xfrm>
            <a:off x="553797" y="4789982"/>
            <a:ext cx="5346552" cy="457200"/>
            <a:chOff x="553797" y="4730519"/>
            <a:chExt cx="5346552" cy="457200"/>
          </a:xfrm>
        </p:grpSpPr>
        <p:pic>
          <p:nvPicPr>
            <p:cNvPr id="48" name="Graphic 47" descr="Group of men outline">
              <a:extLst>
                <a:ext uri="{FF2B5EF4-FFF2-40B4-BE49-F238E27FC236}">
                  <a16:creationId xmlns:a16="http://schemas.microsoft.com/office/drawing/2014/main" id="{7A7FB13B-3EC2-041C-BDE6-A9B60AE9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3797" y="4730519"/>
              <a:ext cx="457200" cy="4572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7F363B-70BA-7E29-F4FD-2D11BD2CF63C}"/>
                </a:ext>
              </a:extLst>
            </p:cNvPr>
            <p:cNvSpPr txBox="1"/>
            <p:nvPr/>
          </p:nvSpPr>
          <p:spPr>
            <a:xfrm>
              <a:off x="1083649" y="4789842"/>
              <a:ext cx="4816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/>
                <a:t>Convidados</a:t>
              </a:r>
              <a:endParaRPr lang="pt-BR" sz="1600" b="1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B966DA2-151D-5BEC-A4A1-41E785448EA9}"/>
              </a:ext>
            </a:extLst>
          </p:cNvPr>
          <p:cNvSpPr txBox="1"/>
          <p:nvPr/>
        </p:nvSpPr>
        <p:spPr>
          <a:xfrm>
            <a:off x="1083648" y="5352540"/>
            <a:ext cx="481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</a:t>
            </a:r>
            <a:r>
              <a:rPr lang="en-US" dirty="0" err="1"/>
              <a:t>convidados</a:t>
            </a:r>
            <a:r>
              <a:rPr lang="en-US" dirty="0"/>
              <a:t> </a:t>
            </a:r>
            <a:r>
              <a:rPr lang="en-US" dirty="0" err="1"/>
              <a:t>confirmados</a:t>
            </a:r>
            <a:r>
              <a:rPr lang="en-US" dirty="0"/>
              <a:t> (Y </a:t>
            </a:r>
            <a:r>
              <a:rPr lang="en-US" dirty="0" err="1"/>
              <a:t>potenciais</a:t>
            </a:r>
            <a:r>
              <a:rPr lang="en-US" dirty="0"/>
              <a:t> </a:t>
            </a:r>
            <a:r>
              <a:rPr lang="en-US" dirty="0" err="1"/>
              <a:t>doadores</a:t>
            </a:r>
            <a:r>
              <a:rPr lang="en-US" dirty="0"/>
              <a:t>)</a:t>
            </a:r>
          </a:p>
          <a:p>
            <a:r>
              <a:rPr lang="en-US" dirty="0"/>
              <a:t>Z </a:t>
            </a:r>
            <a:r>
              <a:rPr lang="en-US" dirty="0" err="1"/>
              <a:t>convidados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confirmados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C3D1BF-D581-4367-D84C-E3F554A7C145}"/>
              </a:ext>
            </a:extLst>
          </p:cNvPr>
          <p:cNvSpPr txBox="1"/>
          <p:nvPr/>
        </p:nvSpPr>
        <p:spPr>
          <a:xfrm>
            <a:off x="1083648" y="2354718"/>
            <a:ext cx="4816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19h: PLACEHOLDER</a:t>
            </a:r>
          </a:p>
          <a:p>
            <a:r>
              <a:rPr lang="en-US" dirty="0"/>
              <a:t>19h30: PLACEHOLDER</a:t>
            </a:r>
          </a:p>
          <a:p>
            <a:r>
              <a:rPr lang="en-US" dirty="0"/>
              <a:t>20h: PLACEHOLDER</a:t>
            </a:r>
          </a:p>
          <a:p>
            <a:r>
              <a:rPr lang="en-US" dirty="0"/>
              <a:t>21h: PLACEHOLDER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712A71-05AA-9642-8510-F6D415247B41}"/>
              </a:ext>
            </a:extLst>
          </p:cNvPr>
          <p:cNvSpPr txBox="1"/>
          <p:nvPr/>
        </p:nvSpPr>
        <p:spPr>
          <a:xfrm>
            <a:off x="6288960" y="1792161"/>
            <a:ext cx="53492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XXXX</a:t>
            </a:r>
          </a:p>
          <a:p>
            <a:r>
              <a:rPr lang="en-US" dirty="0"/>
              <a:t>XXXX</a:t>
            </a:r>
          </a:p>
          <a:p>
            <a:r>
              <a:rPr lang="en-US" dirty="0"/>
              <a:t>XXXX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433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C68D1DA2-DE9C-608E-CC39-039797C8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btfpColumnIndicatorGroup2">
            <a:extLst>
              <a:ext uri="{FF2B5EF4-FFF2-40B4-BE49-F238E27FC236}">
                <a16:creationId xmlns:a16="http://schemas.microsoft.com/office/drawing/2014/main" id="{77E25F1A-3470-CF69-54E5-3754916D067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6" name="btfpColumnGapBlocker792417">
              <a:extLst>
                <a:ext uri="{FF2B5EF4-FFF2-40B4-BE49-F238E27FC236}">
                  <a16:creationId xmlns:a16="http://schemas.microsoft.com/office/drawing/2014/main" id="{32C1232C-3D27-2BB2-6501-39BAC10BFF53}"/>
                </a:ext>
              </a:extLst>
            </p:cNvPr>
            <p:cNvSpPr/>
            <p:nvPr/>
          </p:nvSpPr>
          <p:spPr>
            <a:xfrm>
              <a:off x="11353800" y="692658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907806">
              <a:extLst>
                <a:ext uri="{FF2B5EF4-FFF2-40B4-BE49-F238E27FC236}">
                  <a16:creationId xmlns:a16="http://schemas.microsoft.com/office/drawing/2014/main" id="{7F32ED1A-F07B-7DBD-032E-1CD51AA059D3}"/>
                </a:ext>
              </a:extLst>
            </p:cNvPr>
            <p:cNvSpPr/>
            <p:nvPr/>
          </p:nvSpPr>
          <p:spPr>
            <a:xfrm>
              <a:off x="0" y="692658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btfpColumnIndicator349132">
              <a:extLst>
                <a:ext uri="{FF2B5EF4-FFF2-40B4-BE49-F238E27FC236}">
                  <a16:creationId xmlns:a16="http://schemas.microsoft.com/office/drawing/2014/main" id="{06848BD3-724E-FE91-01D4-0E245FE662FE}"/>
                </a:ext>
              </a:extLst>
            </p:cNvPr>
            <p:cNvCxnSpPr/>
            <p:nvPr/>
          </p:nvCxnSpPr>
          <p:spPr>
            <a:xfrm flipV="1">
              <a:off x="11353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489303">
              <a:extLst>
                <a:ext uri="{FF2B5EF4-FFF2-40B4-BE49-F238E27FC236}">
                  <a16:creationId xmlns:a16="http://schemas.microsoft.com/office/drawing/2014/main" id="{4933DC2A-73A9-C741-CA3E-5E1F19DAF02F}"/>
                </a:ext>
              </a:extLst>
            </p:cNvPr>
            <p:cNvCxnSpPr/>
            <p:nvPr/>
          </p:nvCxnSpPr>
          <p:spPr>
            <a:xfrm flipV="1">
              <a:off x="838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btfpColumnIndicatorGroup1">
            <a:extLst>
              <a:ext uri="{FF2B5EF4-FFF2-40B4-BE49-F238E27FC236}">
                <a16:creationId xmlns:a16="http://schemas.microsoft.com/office/drawing/2014/main" id="{E229436B-93A5-6019-11D6-76F9791F2E2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5" name="btfpColumnGapBlocker625870">
              <a:extLst>
                <a:ext uri="{FF2B5EF4-FFF2-40B4-BE49-F238E27FC236}">
                  <a16:creationId xmlns:a16="http://schemas.microsoft.com/office/drawing/2014/main" id="{17CDE171-4649-7694-AA3F-AB9B3E471328}"/>
                </a:ext>
              </a:extLst>
            </p:cNvPr>
            <p:cNvSpPr/>
            <p:nvPr/>
          </p:nvSpPr>
          <p:spPr>
            <a:xfrm>
              <a:off x="11353800" y="-20574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btfpColumnGapBlocker427090">
              <a:extLst>
                <a:ext uri="{FF2B5EF4-FFF2-40B4-BE49-F238E27FC236}">
                  <a16:creationId xmlns:a16="http://schemas.microsoft.com/office/drawing/2014/main" id="{DCCFDF3D-BDF7-D513-CC19-81AD7D835F78}"/>
                </a:ext>
              </a:extLst>
            </p:cNvPr>
            <p:cNvSpPr/>
            <p:nvPr/>
          </p:nvSpPr>
          <p:spPr>
            <a:xfrm>
              <a:off x="0" y="-20574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" name="btfpColumnIndicator360799">
              <a:extLst>
                <a:ext uri="{FF2B5EF4-FFF2-40B4-BE49-F238E27FC236}">
                  <a16:creationId xmlns:a16="http://schemas.microsoft.com/office/drawing/2014/main" id="{190261D1-9FF9-35DF-1936-D0C4DE339E60}"/>
                </a:ext>
              </a:extLst>
            </p:cNvPr>
            <p:cNvCxnSpPr/>
            <p:nvPr/>
          </p:nvCxnSpPr>
          <p:spPr>
            <a:xfrm flipV="1">
              <a:off x="11353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570134">
              <a:extLst>
                <a:ext uri="{FF2B5EF4-FFF2-40B4-BE49-F238E27FC236}">
                  <a16:creationId xmlns:a16="http://schemas.microsoft.com/office/drawing/2014/main" id="{5A879E31-3C61-87F7-F1CF-E92EC8E9C4AE}"/>
                </a:ext>
              </a:extLst>
            </p:cNvPr>
            <p:cNvCxnSpPr/>
            <p:nvPr/>
          </p:nvCxnSpPr>
          <p:spPr>
            <a:xfrm flipV="1">
              <a:off x="838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810A4B6-2DC6-381D-2866-FCF092B025BF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425" imgH="426" progId="TCLayout.ActiveDocument.1">
                  <p:embed/>
                </p:oleObj>
              </mc:Choice>
              <mc:Fallback>
                <p:oleObj name="thinkcell Slide" r:id="rId5" imgW="425" imgH="42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24D59F-512E-1ADE-7CF7-5730AE305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9" name="Google Shape;609;p9">
            <a:extLst>
              <a:ext uri="{FF2B5EF4-FFF2-40B4-BE49-F238E27FC236}">
                <a16:creationId xmlns:a16="http://schemas.microsoft.com/office/drawing/2014/main" id="{E7C34429-3B59-A7A1-125E-8D6F78E7AFA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-5274020" y="2184400"/>
            <a:ext cx="6286500" cy="377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3">
            <a:extLst>
              <a:ext uri="{FF2B5EF4-FFF2-40B4-BE49-F238E27FC236}">
                <a16:creationId xmlns:a16="http://schemas.microsoft.com/office/drawing/2014/main" id="{1B38BED0-15B7-0E61-F60A-B159A42ACA3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15" name="Google Shape;315;p3">
              <a:extLst>
                <a:ext uri="{FF2B5EF4-FFF2-40B4-BE49-F238E27FC236}">
                  <a16:creationId xmlns:a16="http://schemas.microsoft.com/office/drawing/2014/main" id="{8F5F90B1-F1F5-70F0-2562-E4FA86E5787A}"/>
                </a:ext>
              </a:extLst>
            </p:cNvPr>
            <p:cNvSpPr/>
            <p:nvPr/>
          </p:nvSpPr>
          <p:spPr>
            <a:xfrm>
              <a:off x="11353800" y="692658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">
              <a:extLst>
                <a:ext uri="{FF2B5EF4-FFF2-40B4-BE49-F238E27FC236}">
                  <a16:creationId xmlns:a16="http://schemas.microsoft.com/office/drawing/2014/main" id="{63A2BDEF-0DAF-A933-28C9-935CA35EFF1B}"/>
                </a:ext>
              </a:extLst>
            </p:cNvPr>
            <p:cNvSpPr/>
            <p:nvPr/>
          </p:nvSpPr>
          <p:spPr>
            <a:xfrm>
              <a:off x="0" y="692658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7" name="Google Shape;317;p3">
              <a:extLst>
                <a:ext uri="{FF2B5EF4-FFF2-40B4-BE49-F238E27FC236}">
                  <a16:creationId xmlns:a16="http://schemas.microsoft.com/office/drawing/2014/main" id="{9AD50AB0-00C3-AA8A-C0B6-099776478B2C}"/>
                </a:ext>
              </a:extLst>
            </p:cNvPr>
            <p:cNvCxnSpPr/>
            <p:nvPr/>
          </p:nvCxnSpPr>
          <p:spPr>
            <a:xfrm rot="10800000">
              <a:off x="113538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3">
              <a:extLst>
                <a:ext uri="{FF2B5EF4-FFF2-40B4-BE49-F238E27FC236}">
                  <a16:creationId xmlns:a16="http://schemas.microsoft.com/office/drawing/2014/main" id="{7171553C-5857-23A0-09D7-E53DB3D4EFA3}"/>
                </a:ext>
              </a:extLst>
            </p:cNvPr>
            <p:cNvCxnSpPr/>
            <p:nvPr/>
          </p:nvCxnSpPr>
          <p:spPr>
            <a:xfrm rot="10800000">
              <a:off x="8382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19" name="Google Shape;319;p3">
            <a:extLst>
              <a:ext uri="{FF2B5EF4-FFF2-40B4-BE49-F238E27FC236}">
                <a16:creationId xmlns:a16="http://schemas.microsoft.com/office/drawing/2014/main" id="{DBA8AB1D-9BE2-5F02-A955-3C9A5F7B85F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0" name="Google Shape;320;p3">
              <a:extLst>
                <a:ext uri="{FF2B5EF4-FFF2-40B4-BE49-F238E27FC236}">
                  <a16:creationId xmlns:a16="http://schemas.microsoft.com/office/drawing/2014/main" id="{717D254D-0509-7CCC-74D7-61D0391E8ED2}"/>
                </a:ext>
              </a:extLst>
            </p:cNvPr>
            <p:cNvSpPr/>
            <p:nvPr/>
          </p:nvSpPr>
          <p:spPr>
            <a:xfrm>
              <a:off x="11353800" y="-20574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">
              <a:extLst>
                <a:ext uri="{FF2B5EF4-FFF2-40B4-BE49-F238E27FC236}">
                  <a16:creationId xmlns:a16="http://schemas.microsoft.com/office/drawing/2014/main" id="{2C5454CB-F47C-B826-F5FF-2BD4693913F3}"/>
                </a:ext>
              </a:extLst>
            </p:cNvPr>
            <p:cNvSpPr/>
            <p:nvPr/>
          </p:nvSpPr>
          <p:spPr>
            <a:xfrm>
              <a:off x="0" y="-20574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2" name="Google Shape;322;p3">
              <a:extLst>
                <a:ext uri="{FF2B5EF4-FFF2-40B4-BE49-F238E27FC236}">
                  <a16:creationId xmlns:a16="http://schemas.microsoft.com/office/drawing/2014/main" id="{2FA17037-7E94-4365-4FC3-61ED61DC5B64}"/>
                </a:ext>
              </a:extLst>
            </p:cNvPr>
            <p:cNvCxnSpPr/>
            <p:nvPr/>
          </p:nvCxnSpPr>
          <p:spPr>
            <a:xfrm rot="10800000">
              <a:off x="113538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3" name="Google Shape;323;p3">
              <a:extLst>
                <a:ext uri="{FF2B5EF4-FFF2-40B4-BE49-F238E27FC236}">
                  <a16:creationId xmlns:a16="http://schemas.microsoft.com/office/drawing/2014/main" id="{2F96561C-DFC4-B230-0158-F6F7FB51E7F0}"/>
                </a:ext>
              </a:extLst>
            </p:cNvPr>
            <p:cNvCxnSpPr/>
            <p:nvPr/>
          </p:nvCxnSpPr>
          <p:spPr>
            <a:xfrm rot="10800000">
              <a:off x="8382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24" name="Google Shape;324;p3">
            <a:extLst>
              <a:ext uri="{FF2B5EF4-FFF2-40B4-BE49-F238E27FC236}">
                <a16:creationId xmlns:a16="http://schemas.microsoft.com/office/drawing/2014/main" id="{A4094815-FF47-E30C-8281-F72F9D24040F}"/>
              </a:ext>
            </a:extLst>
          </p:cNvPr>
          <p:cNvGrpSpPr/>
          <p:nvPr/>
        </p:nvGrpSpPr>
        <p:grpSpPr>
          <a:xfrm>
            <a:off x="0" y="6701205"/>
            <a:ext cx="12192000" cy="137160"/>
            <a:chOff x="0" y="6926580"/>
            <a:chExt cx="12192000" cy="137160"/>
          </a:xfrm>
        </p:grpSpPr>
        <p:sp>
          <p:nvSpPr>
            <p:cNvPr id="325" name="Google Shape;325;p3">
              <a:extLst>
                <a:ext uri="{FF2B5EF4-FFF2-40B4-BE49-F238E27FC236}">
                  <a16:creationId xmlns:a16="http://schemas.microsoft.com/office/drawing/2014/main" id="{882E1D04-07B0-3DEC-0D5B-5FEF11A4D282}"/>
                </a:ext>
              </a:extLst>
            </p:cNvPr>
            <p:cNvSpPr/>
            <p:nvPr/>
          </p:nvSpPr>
          <p:spPr>
            <a:xfrm>
              <a:off x="11353800" y="692658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eelawadee"/>
                <a:ea typeface="Leelawadee"/>
                <a:cs typeface="Leelawadee"/>
                <a:sym typeface="Leelawadee"/>
              </a:endParaRPr>
            </a:p>
          </p:txBody>
        </p:sp>
        <p:sp>
          <p:nvSpPr>
            <p:cNvPr id="326" name="Google Shape;326;p3">
              <a:extLst>
                <a:ext uri="{FF2B5EF4-FFF2-40B4-BE49-F238E27FC236}">
                  <a16:creationId xmlns:a16="http://schemas.microsoft.com/office/drawing/2014/main" id="{0189E7BF-02E5-4260-ADC5-40DE7C9F928D}"/>
                </a:ext>
              </a:extLst>
            </p:cNvPr>
            <p:cNvSpPr/>
            <p:nvPr/>
          </p:nvSpPr>
          <p:spPr>
            <a:xfrm>
              <a:off x="0" y="692658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eelawadee"/>
                <a:ea typeface="Leelawadee"/>
                <a:cs typeface="Leelawadee"/>
                <a:sym typeface="Leelawadee"/>
              </a:endParaRPr>
            </a:p>
          </p:txBody>
        </p:sp>
        <p:cxnSp>
          <p:nvCxnSpPr>
            <p:cNvPr id="327" name="Google Shape;327;p3">
              <a:extLst>
                <a:ext uri="{FF2B5EF4-FFF2-40B4-BE49-F238E27FC236}">
                  <a16:creationId xmlns:a16="http://schemas.microsoft.com/office/drawing/2014/main" id="{FB8BFEA2-7097-C28A-E87B-84440FF96E07}"/>
                </a:ext>
              </a:extLst>
            </p:cNvPr>
            <p:cNvCxnSpPr/>
            <p:nvPr/>
          </p:nvCxnSpPr>
          <p:spPr>
            <a:xfrm rot="10800000">
              <a:off x="11353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8" name="Google Shape;328;p3">
              <a:extLst>
                <a:ext uri="{FF2B5EF4-FFF2-40B4-BE49-F238E27FC236}">
                  <a16:creationId xmlns:a16="http://schemas.microsoft.com/office/drawing/2014/main" id="{09CBE00B-5E29-3C44-20F8-F30B3A2D5A15}"/>
                </a:ext>
              </a:extLst>
            </p:cNvPr>
            <p:cNvCxnSpPr/>
            <p:nvPr/>
          </p:nvCxnSpPr>
          <p:spPr>
            <a:xfrm rot="10800000">
              <a:off x="838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29" name="Google Shape;329;p3">
            <a:extLst>
              <a:ext uri="{FF2B5EF4-FFF2-40B4-BE49-F238E27FC236}">
                <a16:creationId xmlns:a16="http://schemas.microsoft.com/office/drawing/2014/main" id="{84EC50D6-3133-93AD-CE04-AE5B3E22737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0" name="Google Shape;330;p3">
              <a:extLst>
                <a:ext uri="{FF2B5EF4-FFF2-40B4-BE49-F238E27FC236}">
                  <a16:creationId xmlns:a16="http://schemas.microsoft.com/office/drawing/2014/main" id="{55739330-7759-6F30-6850-985A59486B1D}"/>
                </a:ext>
              </a:extLst>
            </p:cNvPr>
            <p:cNvSpPr/>
            <p:nvPr/>
          </p:nvSpPr>
          <p:spPr>
            <a:xfrm>
              <a:off x="11353800" y="-20574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">
              <a:extLst>
                <a:ext uri="{FF2B5EF4-FFF2-40B4-BE49-F238E27FC236}">
                  <a16:creationId xmlns:a16="http://schemas.microsoft.com/office/drawing/2014/main" id="{C8D2D52E-60AF-633C-31B5-C04E3AA7F6F3}"/>
                </a:ext>
              </a:extLst>
            </p:cNvPr>
            <p:cNvSpPr/>
            <p:nvPr/>
          </p:nvSpPr>
          <p:spPr>
            <a:xfrm>
              <a:off x="0" y="-20574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2" name="Google Shape;332;p3">
              <a:extLst>
                <a:ext uri="{FF2B5EF4-FFF2-40B4-BE49-F238E27FC236}">
                  <a16:creationId xmlns:a16="http://schemas.microsoft.com/office/drawing/2014/main" id="{5CFF6C54-6A68-2B87-B4FB-C6150D7DE65A}"/>
                </a:ext>
              </a:extLst>
            </p:cNvPr>
            <p:cNvCxnSpPr/>
            <p:nvPr/>
          </p:nvCxnSpPr>
          <p:spPr>
            <a:xfrm rot="10800000">
              <a:off x="11353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33" name="Google Shape;333;p3">
              <a:extLst>
                <a:ext uri="{FF2B5EF4-FFF2-40B4-BE49-F238E27FC236}">
                  <a16:creationId xmlns:a16="http://schemas.microsoft.com/office/drawing/2014/main" id="{0DEB5620-C195-6C0F-554A-84EA9E91FAD4}"/>
                </a:ext>
              </a:extLst>
            </p:cNvPr>
            <p:cNvCxnSpPr/>
            <p:nvPr/>
          </p:nvCxnSpPr>
          <p:spPr>
            <a:xfrm rot="10800000">
              <a:off x="838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34" name="Google Shape;334;p3">
            <a:extLst>
              <a:ext uri="{FF2B5EF4-FFF2-40B4-BE49-F238E27FC236}">
                <a16:creationId xmlns:a16="http://schemas.microsoft.com/office/drawing/2014/main" id="{60FA9FDA-AEB9-169F-5D06-7C1AA4A97106}"/>
              </a:ext>
            </a:extLst>
          </p:cNvPr>
          <p:cNvSpPr txBox="1"/>
          <p:nvPr/>
        </p:nvSpPr>
        <p:spPr>
          <a:xfrm>
            <a:off x="553800" y="148763"/>
            <a:ext cx="11084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24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convidados confirmados</a:t>
            </a:r>
            <a:endParaRPr sz="24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18;p19">
            <a:extLst>
              <a:ext uri="{FF2B5EF4-FFF2-40B4-BE49-F238E27FC236}">
                <a16:creationId xmlns:a16="http://schemas.microsoft.com/office/drawing/2014/main" id="{950D7EB3-26C6-B48B-75A8-9A2EEFFED621}"/>
              </a:ext>
            </a:extLst>
          </p:cNvPr>
          <p:cNvSpPr/>
          <p:nvPr/>
        </p:nvSpPr>
        <p:spPr>
          <a:xfrm>
            <a:off x="553800" y="6526193"/>
            <a:ext cx="11084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pt-BR" sz="600" b="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As informações aqui tratadas são confidenciais, de uso exclusivo do Instituto Reditus e seus parceiros, e não podem ser compartilhadas sem autorização por escrito do Instituto Reditus.</a:t>
            </a:r>
            <a:endParaRPr sz="800" b="0" i="0" u="none" strike="noStrike" cap="none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6C4F66-AB8D-0BCC-2E5C-38D3DC1FAEB6}"/>
              </a:ext>
            </a:extLst>
          </p:cNvPr>
          <p:cNvSpPr txBox="1"/>
          <p:nvPr/>
        </p:nvSpPr>
        <p:spPr>
          <a:xfrm>
            <a:off x="553800" y="1075383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Patrick Oliveira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EA64B-3113-0791-8208-8C9858F29B81}"/>
              </a:ext>
            </a:extLst>
          </p:cNvPr>
          <p:cNvSpPr txBox="1"/>
          <p:nvPr/>
        </p:nvSpPr>
        <p:spPr>
          <a:xfrm>
            <a:off x="8895000" y="1075383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Patrick Oliveira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0E7BF-C0A1-F163-CC24-04F584C3507D}"/>
              </a:ext>
            </a:extLst>
          </p:cNvPr>
          <p:cNvSpPr txBox="1"/>
          <p:nvPr/>
        </p:nvSpPr>
        <p:spPr>
          <a:xfrm>
            <a:off x="4724400" y="1075383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Patrick Oliveira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479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39C50FE8-02F6-F9E9-8404-286DD2962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btfpColumnIndicatorGroup2">
            <a:extLst>
              <a:ext uri="{FF2B5EF4-FFF2-40B4-BE49-F238E27FC236}">
                <a16:creationId xmlns:a16="http://schemas.microsoft.com/office/drawing/2014/main" id="{B6C99B9D-C0EF-66E7-8604-74C2912B231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6" name="btfpColumnGapBlocker792417">
              <a:extLst>
                <a:ext uri="{FF2B5EF4-FFF2-40B4-BE49-F238E27FC236}">
                  <a16:creationId xmlns:a16="http://schemas.microsoft.com/office/drawing/2014/main" id="{69D05D81-D96E-2748-E7D6-A18018A1EB99}"/>
                </a:ext>
              </a:extLst>
            </p:cNvPr>
            <p:cNvSpPr/>
            <p:nvPr/>
          </p:nvSpPr>
          <p:spPr>
            <a:xfrm>
              <a:off x="11353800" y="692658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btfpColumnGapBlocker907806">
              <a:extLst>
                <a:ext uri="{FF2B5EF4-FFF2-40B4-BE49-F238E27FC236}">
                  <a16:creationId xmlns:a16="http://schemas.microsoft.com/office/drawing/2014/main" id="{F32E62EF-7D2F-29C4-0936-FA5D5E27F964}"/>
                </a:ext>
              </a:extLst>
            </p:cNvPr>
            <p:cNvSpPr/>
            <p:nvPr/>
          </p:nvSpPr>
          <p:spPr>
            <a:xfrm>
              <a:off x="0" y="692658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btfpColumnIndicator349132">
              <a:extLst>
                <a:ext uri="{FF2B5EF4-FFF2-40B4-BE49-F238E27FC236}">
                  <a16:creationId xmlns:a16="http://schemas.microsoft.com/office/drawing/2014/main" id="{E17B7B7F-2854-F17B-1113-BE62DAC2D0D3}"/>
                </a:ext>
              </a:extLst>
            </p:cNvPr>
            <p:cNvCxnSpPr/>
            <p:nvPr/>
          </p:nvCxnSpPr>
          <p:spPr>
            <a:xfrm flipV="1">
              <a:off x="11353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489303">
              <a:extLst>
                <a:ext uri="{FF2B5EF4-FFF2-40B4-BE49-F238E27FC236}">
                  <a16:creationId xmlns:a16="http://schemas.microsoft.com/office/drawing/2014/main" id="{78AFFA2D-63AF-AC75-082F-F90DB2AF98A7}"/>
                </a:ext>
              </a:extLst>
            </p:cNvPr>
            <p:cNvCxnSpPr/>
            <p:nvPr/>
          </p:nvCxnSpPr>
          <p:spPr>
            <a:xfrm flipV="1">
              <a:off x="838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btfpColumnIndicatorGroup1">
            <a:extLst>
              <a:ext uri="{FF2B5EF4-FFF2-40B4-BE49-F238E27FC236}">
                <a16:creationId xmlns:a16="http://schemas.microsoft.com/office/drawing/2014/main" id="{AF4A06F5-202C-00FB-4F0D-73DB0199965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5" name="btfpColumnGapBlocker625870">
              <a:extLst>
                <a:ext uri="{FF2B5EF4-FFF2-40B4-BE49-F238E27FC236}">
                  <a16:creationId xmlns:a16="http://schemas.microsoft.com/office/drawing/2014/main" id="{1AD0615A-25C6-36C4-DF7A-2415DBF07B1C}"/>
                </a:ext>
              </a:extLst>
            </p:cNvPr>
            <p:cNvSpPr/>
            <p:nvPr/>
          </p:nvSpPr>
          <p:spPr>
            <a:xfrm>
              <a:off x="11353800" y="-20574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btfpColumnGapBlocker427090">
              <a:extLst>
                <a:ext uri="{FF2B5EF4-FFF2-40B4-BE49-F238E27FC236}">
                  <a16:creationId xmlns:a16="http://schemas.microsoft.com/office/drawing/2014/main" id="{CCF5F643-3053-F977-8445-CEAAA632CC04}"/>
                </a:ext>
              </a:extLst>
            </p:cNvPr>
            <p:cNvSpPr/>
            <p:nvPr/>
          </p:nvSpPr>
          <p:spPr>
            <a:xfrm>
              <a:off x="0" y="-205740"/>
              <a:ext cx="838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" name="btfpColumnIndicator360799">
              <a:extLst>
                <a:ext uri="{FF2B5EF4-FFF2-40B4-BE49-F238E27FC236}">
                  <a16:creationId xmlns:a16="http://schemas.microsoft.com/office/drawing/2014/main" id="{078C74EE-15F0-F6DB-9834-D791E8BFA629}"/>
                </a:ext>
              </a:extLst>
            </p:cNvPr>
            <p:cNvCxnSpPr/>
            <p:nvPr/>
          </p:nvCxnSpPr>
          <p:spPr>
            <a:xfrm flipV="1">
              <a:off x="11353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570134">
              <a:extLst>
                <a:ext uri="{FF2B5EF4-FFF2-40B4-BE49-F238E27FC236}">
                  <a16:creationId xmlns:a16="http://schemas.microsoft.com/office/drawing/2014/main" id="{001C3A7C-24FA-5DCE-3C2C-A3EAB0B43B44}"/>
                </a:ext>
              </a:extLst>
            </p:cNvPr>
            <p:cNvCxnSpPr/>
            <p:nvPr/>
          </p:nvCxnSpPr>
          <p:spPr>
            <a:xfrm flipV="1">
              <a:off x="838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FD6D765-3D18-B2B8-65F2-4602DA94893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425" imgH="426" progId="TCLayout.ActiveDocument.1">
                  <p:embed/>
                </p:oleObj>
              </mc:Choice>
              <mc:Fallback>
                <p:oleObj name="thinkcell Slide" r:id="rId5" imgW="425" imgH="42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10A4B6-2DC6-381D-2866-FCF092B02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9" name="Google Shape;609;p9">
            <a:extLst>
              <a:ext uri="{FF2B5EF4-FFF2-40B4-BE49-F238E27FC236}">
                <a16:creationId xmlns:a16="http://schemas.microsoft.com/office/drawing/2014/main" id="{9A4E8127-4AD5-A04C-FBE8-F078D9F9B0F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-5274020" y="2184400"/>
            <a:ext cx="6286500" cy="377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3">
            <a:extLst>
              <a:ext uri="{FF2B5EF4-FFF2-40B4-BE49-F238E27FC236}">
                <a16:creationId xmlns:a16="http://schemas.microsoft.com/office/drawing/2014/main" id="{8F24C242-9A45-BA19-47F3-F3E593E1406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15" name="Google Shape;315;p3">
              <a:extLst>
                <a:ext uri="{FF2B5EF4-FFF2-40B4-BE49-F238E27FC236}">
                  <a16:creationId xmlns:a16="http://schemas.microsoft.com/office/drawing/2014/main" id="{93E400B0-7FE9-7FE3-5A23-91859EE448F2}"/>
                </a:ext>
              </a:extLst>
            </p:cNvPr>
            <p:cNvSpPr/>
            <p:nvPr/>
          </p:nvSpPr>
          <p:spPr>
            <a:xfrm>
              <a:off x="11353800" y="692658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">
              <a:extLst>
                <a:ext uri="{FF2B5EF4-FFF2-40B4-BE49-F238E27FC236}">
                  <a16:creationId xmlns:a16="http://schemas.microsoft.com/office/drawing/2014/main" id="{ED273DA8-7B99-DAC8-E7E2-EE24E528A082}"/>
                </a:ext>
              </a:extLst>
            </p:cNvPr>
            <p:cNvSpPr/>
            <p:nvPr/>
          </p:nvSpPr>
          <p:spPr>
            <a:xfrm>
              <a:off x="0" y="692658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7" name="Google Shape;317;p3">
              <a:extLst>
                <a:ext uri="{FF2B5EF4-FFF2-40B4-BE49-F238E27FC236}">
                  <a16:creationId xmlns:a16="http://schemas.microsoft.com/office/drawing/2014/main" id="{6362D064-C25D-6DDB-E2A7-BA0030564FBC}"/>
                </a:ext>
              </a:extLst>
            </p:cNvPr>
            <p:cNvCxnSpPr/>
            <p:nvPr/>
          </p:nvCxnSpPr>
          <p:spPr>
            <a:xfrm rot="10800000">
              <a:off x="113538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3">
              <a:extLst>
                <a:ext uri="{FF2B5EF4-FFF2-40B4-BE49-F238E27FC236}">
                  <a16:creationId xmlns:a16="http://schemas.microsoft.com/office/drawing/2014/main" id="{33922CF4-CD40-4F27-FB43-4DDD640D9526}"/>
                </a:ext>
              </a:extLst>
            </p:cNvPr>
            <p:cNvCxnSpPr/>
            <p:nvPr/>
          </p:nvCxnSpPr>
          <p:spPr>
            <a:xfrm rot="10800000">
              <a:off x="838200" y="692658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19" name="Google Shape;319;p3">
            <a:extLst>
              <a:ext uri="{FF2B5EF4-FFF2-40B4-BE49-F238E27FC236}">
                <a16:creationId xmlns:a16="http://schemas.microsoft.com/office/drawing/2014/main" id="{44428E5C-30B2-418A-AC21-924942A3612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0" name="Google Shape;320;p3">
              <a:extLst>
                <a:ext uri="{FF2B5EF4-FFF2-40B4-BE49-F238E27FC236}">
                  <a16:creationId xmlns:a16="http://schemas.microsoft.com/office/drawing/2014/main" id="{4D0EA6F2-23D8-111A-6A41-B51154E0636A}"/>
                </a:ext>
              </a:extLst>
            </p:cNvPr>
            <p:cNvSpPr/>
            <p:nvPr/>
          </p:nvSpPr>
          <p:spPr>
            <a:xfrm>
              <a:off x="11353800" y="-20574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">
              <a:extLst>
                <a:ext uri="{FF2B5EF4-FFF2-40B4-BE49-F238E27FC236}">
                  <a16:creationId xmlns:a16="http://schemas.microsoft.com/office/drawing/2014/main" id="{1B95C278-33DA-223B-E88B-5F3FB7291D4B}"/>
                </a:ext>
              </a:extLst>
            </p:cNvPr>
            <p:cNvSpPr/>
            <p:nvPr/>
          </p:nvSpPr>
          <p:spPr>
            <a:xfrm>
              <a:off x="0" y="-205740"/>
              <a:ext cx="838200" cy="13716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2" name="Google Shape;322;p3">
              <a:extLst>
                <a:ext uri="{FF2B5EF4-FFF2-40B4-BE49-F238E27FC236}">
                  <a16:creationId xmlns:a16="http://schemas.microsoft.com/office/drawing/2014/main" id="{FC768261-55B3-41DB-D5CF-08D95A65D33D}"/>
                </a:ext>
              </a:extLst>
            </p:cNvPr>
            <p:cNvCxnSpPr/>
            <p:nvPr/>
          </p:nvCxnSpPr>
          <p:spPr>
            <a:xfrm rot="10800000">
              <a:off x="113538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3" name="Google Shape;323;p3">
              <a:extLst>
                <a:ext uri="{FF2B5EF4-FFF2-40B4-BE49-F238E27FC236}">
                  <a16:creationId xmlns:a16="http://schemas.microsoft.com/office/drawing/2014/main" id="{BBF51FF3-14C4-464D-C485-A51F8BE53E88}"/>
                </a:ext>
              </a:extLst>
            </p:cNvPr>
            <p:cNvCxnSpPr/>
            <p:nvPr/>
          </p:nvCxnSpPr>
          <p:spPr>
            <a:xfrm rot="10800000">
              <a:off x="838200" y="-205740"/>
              <a:ext cx="0" cy="137160"/>
            </a:xfrm>
            <a:prstGeom prst="straightConnector1">
              <a:avLst/>
            </a:prstGeom>
            <a:noFill/>
            <a:ln w="9525" cap="flat" cmpd="sng">
              <a:solidFill>
                <a:srgbClr val="B4B4B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24" name="Google Shape;324;p3">
            <a:extLst>
              <a:ext uri="{FF2B5EF4-FFF2-40B4-BE49-F238E27FC236}">
                <a16:creationId xmlns:a16="http://schemas.microsoft.com/office/drawing/2014/main" id="{50A53484-E58E-839C-5205-4B5E75266B17}"/>
              </a:ext>
            </a:extLst>
          </p:cNvPr>
          <p:cNvGrpSpPr/>
          <p:nvPr/>
        </p:nvGrpSpPr>
        <p:grpSpPr>
          <a:xfrm>
            <a:off x="0" y="6701205"/>
            <a:ext cx="12192000" cy="137160"/>
            <a:chOff x="0" y="6926580"/>
            <a:chExt cx="12192000" cy="137160"/>
          </a:xfrm>
        </p:grpSpPr>
        <p:sp>
          <p:nvSpPr>
            <p:cNvPr id="325" name="Google Shape;325;p3">
              <a:extLst>
                <a:ext uri="{FF2B5EF4-FFF2-40B4-BE49-F238E27FC236}">
                  <a16:creationId xmlns:a16="http://schemas.microsoft.com/office/drawing/2014/main" id="{0F161285-49B1-8CFF-9BC1-1EB9564A2E1C}"/>
                </a:ext>
              </a:extLst>
            </p:cNvPr>
            <p:cNvSpPr/>
            <p:nvPr/>
          </p:nvSpPr>
          <p:spPr>
            <a:xfrm>
              <a:off x="11353800" y="692658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eelawadee"/>
                <a:ea typeface="Leelawadee"/>
                <a:cs typeface="Leelawadee"/>
                <a:sym typeface="Leelawadee"/>
              </a:endParaRPr>
            </a:p>
          </p:txBody>
        </p:sp>
        <p:sp>
          <p:nvSpPr>
            <p:cNvPr id="326" name="Google Shape;326;p3">
              <a:extLst>
                <a:ext uri="{FF2B5EF4-FFF2-40B4-BE49-F238E27FC236}">
                  <a16:creationId xmlns:a16="http://schemas.microsoft.com/office/drawing/2014/main" id="{0B604A91-D483-C4AA-292F-C5969785367C}"/>
                </a:ext>
              </a:extLst>
            </p:cNvPr>
            <p:cNvSpPr/>
            <p:nvPr/>
          </p:nvSpPr>
          <p:spPr>
            <a:xfrm>
              <a:off x="0" y="692658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eelawadee"/>
                <a:ea typeface="Leelawadee"/>
                <a:cs typeface="Leelawadee"/>
                <a:sym typeface="Leelawadee"/>
              </a:endParaRPr>
            </a:p>
          </p:txBody>
        </p:sp>
        <p:cxnSp>
          <p:nvCxnSpPr>
            <p:cNvPr id="327" name="Google Shape;327;p3">
              <a:extLst>
                <a:ext uri="{FF2B5EF4-FFF2-40B4-BE49-F238E27FC236}">
                  <a16:creationId xmlns:a16="http://schemas.microsoft.com/office/drawing/2014/main" id="{8B087A25-F15A-8BC9-7733-06E0B28A8696}"/>
                </a:ext>
              </a:extLst>
            </p:cNvPr>
            <p:cNvCxnSpPr/>
            <p:nvPr/>
          </p:nvCxnSpPr>
          <p:spPr>
            <a:xfrm rot="10800000">
              <a:off x="113538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8" name="Google Shape;328;p3">
              <a:extLst>
                <a:ext uri="{FF2B5EF4-FFF2-40B4-BE49-F238E27FC236}">
                  <a16:creationId xmlns:a16="http://schemas.microsoft.com/office/drawing/2014/main" id="{FC75FED1-DA7E-CA76-0775-F2AC376BE617}"/>
                </a:ext>
              </a:extLst>
            </p:cNvPr>
            <p:cNvCxnSpPr/>
            <p:nvPr/>
          </p:nvCxnSpPr>
          <p:spPr>
            <a:xfrm rot="10800000">
              <a:off x="838200" y="692664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29" name="Google Shape;329;p3">
            <a:extLst>
              <a:ext uri="{FF2B5EF4-FFF2-40B4-BE49-F238E27FC236}">
                <a16:creationId xmlns:a16="http://schemas.microsoft.com/office/drawing/2014/main" id="{C94F63B5-C6D9-0853-8D8C-FF086F7553E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0" name="Google Shape;330;p3">
              <a:extLst>
                <a:ext uri="{FF2B5EF4-FFF2-40B4-BE49-F238E27FC236}">
                  <a16:creationId xmlns:a16="http://schemas.microsoft.com/office/drawing/2014/main" id="{F3BE2110-1EEF-F0E5-E28A-7F6999C2390D}"/>
                </a:ext>
              </a:extLst>
            </p:cNvPr>
            <p:cNvSpPr/>
            <p:nvPr/>
          </p:nvSpPr>
          <p:spPr>
            <a:xfrm>
              <a:off x="11353800" y="-20574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">
              <a:extLst>
                <a:ext uri="{FF2B5EF4-FFF2-40B4-BE49-F238E27FC236}">
                  <a16:creationId xmlns:a16="http://schemas.microsoft.com/office/drawing/2014/main" id="{2685350B-F360-2241-099D-E211DA21E878}"/>
                </a:ext>
              </a:extLst>
            </p:cNvPr>
            <p:cNvSpPr/>
            <p:nvPr/>
          </p:nvSpPr>
          <p:spPr>
            <a:xfrm>
              <a:off x="0" y="-205740"/>
              <a:ext cx="838200" cy="1371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2" name="Google Shape;332;p3">
              <a:extLst>
                <a:ext uri="{FF2B5EF4-FFF2-40B4-BE49-F238E27FC236}">
                  <a16:creationId xmlns:a16="http://schemas.microsoft.com/office/drawing/2014/main" id="{D71F2EB6-5778-9EE9-8AAE-FEAA32F8B8E3}"/>
                </a:ext>
              </a:extLst>
            </p:cNvPr>
            <p:cNvCxnSpPr/>
            <p:nvPr/>
          </p:nvCxnSpPr>
          <p:spPr>
            <a:xfrm rot="10800000">
              <a:off x="113538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33" name="Google Shape;333;p3">
              <a:extLst>
                <a:ext uri="{FF2B5EF4-FFF2-40B4-BE49-F238E27FC236}">
                  <a16:creationId xmlns:a16="http://schemas.microsoft.com/office/drawing/2014/main" id="{E6DBA505-48BD-58CF-CB95-19D8DDD53E4B}"/>
                </a:ext>
              </a:extLst>
            </p:cNvPr>
            <p:cNvCxnSpPr/>
            <p:nvPr/>
          </p:nvCxnSpPr>
          <p:spPr>
            <a:xfrm rot="10800000">
              <a:off x="838200" y="-205680"/>
              <a:ext cx="0" cy="137100"/>
            </a:xfrm>
            <a:prstGeom prst="straightConnector1">
              <a:avLst/>
            </a:prstGeom>
            <a:noFill/>
            <a:ln w="9525" cap="flat" cmpd="sng">
              <a:solidFill>
                <a:srgbClr val="B4B4B4">
                  <a:alpha val="0"/>
                </a:srgbClr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34" name="Google Shape;334;p3">
            <a:extLst>
              <a:ext uri="{FF2B5EF4-FFF2-40B4-BE49-F238E27FC236}">
                <a16:creationId xmlns:a16="http://schemas.microsoft.com/office/drawing/2014/main" id="{B32E5EFA-26F2-2955-94C0-70F1FA432165}"/>
              </a:ext>
            </a:extLst>
          </p:cNvPr>
          <p:cNvSpPr txBox="1"/>
          <p:nvPr/>
        </p:nvSpPr>
        <p:spPr>
          <a:xfrm>
            <a:off x="553800" y="148763"/>
            <a:ext cx="11084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24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Z convidados n</a:t>
            </a:r>
            <a:r>
              <a:rPr lang="en-US" sz="24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ão</a:t>
            </a:r>
            <a:r>
              <a:rPr lang="en-US" sz="24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24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confirmados</a:t>
            </a:r>
            <a:endParaRPr sz="24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18;p19">
            <a:extLst>
              <a:ext uri="{FF2B5EF4-FFF2-40B4-BE49-F238E27FC236}">
                <a16:creationId xmlns:a16="http://schemas.microsoft.com/office/drawing/2014/main" id="{E1F21F6B-0DA7-DBEA-8C95-EB335E389148}"/>
              </a:ext>
            </a:extLst>
          </p:cNvPr>
          <p:cNvSpPr/>
          <p:nvPr/>
        </p:nvSpPr>
        <p:spPr>
          <a:xfrm>
            <a:off x="553800" y="6526193"/>
            <a:ext cx="11084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pt-BR" sz="600" b="0" i="0" u="none" strike="noStrike" cap="none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As informações aqui tratadas são confidenciais, de uso exclusivo do Instituto Reditus e seus parceiros, e não podem ser compartilhadas sem autorização por escrito do Instituto Reditus.</a:t>
            </a:r>
            <a:endParaRPr sz="800" b="0" i="0" u="none" strike="noStrike" cap="none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891BBD-92EC-F1D8-8E39-8514693F7186}"/>
              </a:ext>
            </a:extLst>
          </p:cNvPr>
          <p:cNvSpPr txBox="1"/>
          <p:nvPr/>
        </p:nvSpPr>
        <p:spPr>
          <a:xfrm>
            <a:off x="553800" y="1075383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Patrick Oliveira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7E7B68-A992-0D85-6821-B8354B61D78D}"/>
              </a:ext>
            </a:extLst>
          </p:cNvPr>
          <p:cNvSpPr txBox="1"/>
          <p:nvPr/>
        </p:nvSpPr>
        <p:spPr>
          <a:xfrm>
            <a:off x="8895000" y="1075383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Patrick Oliveira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CD92A-470A-F557-5745-3DE351AF8C2E}"/>
              </a:ext>
            </a:extLst>
          </p:cNvPr>
          <p:cNvSpPr txBox="1"/>
          <p:nvPr/>
        </p:nvSpPr>
        <p:spPr>
          <a:xfrm>
            <a:off x="4724400" y="1075383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Patrick Oliveira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18995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48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3.71481436649943486117E+00&quot;&gt;&lt;m_msothmcolidx val=&quot;0&quot;/&gt;&lt;m_rgb r=&quot;28&quot; g=&quot;38&quot; b=&quot;51&quot;/&gt;&lt;/elem&gt;&lt;elem m_fUsage=&quot;3.43985753307550901070E+00&quot;&gt;&lt;m_msothmcolidx val=&quot;0&quot;/&gt;&lt;m_rgb r=&quot;71&quot; g=&quot;93&quot; b=&quot;C3&quot;/&gt;&lt;/elem&gt;&lt;elem m_fUsage=&quot;1.26198749705305890423E+00&quot;&gt;&lt;m_msothmcolidx val=&quot;0&quot;/&gt;&lt;m_rgb r=&quot;F7&quot; g=&quot;F7&quot; b=&quot;F5&quot;/&gt;&lt;/elem&gt;&lt;elem m_fUsage=&quot;1.12363463472836744295E+00&quot;&gt;&lt;m_msothmcolidx val=&quot;0&quot;/&gt;&lt;m_rgb r=&quot;41&quot; g=&quot;5C&quot; b=&quot;87&quot;/&gt;&lt;/elem&gt;&lt;elem m_fUsage=&quot;2.54186582832900132001E-01&quot;&gt;&lt;m_msothmcolidx val=&quot;0&quot;/&gt;&lt;m_rgb r=&quot;73&quot; g=&quot;91&quot; b=&quot;C2&quot;/&gt;&lt;/elem&gt;&lt;elem m_fUsage=&quot;1.26730429797889426746E-01&quot;&gt;&lt;m_msothmcolidx val=&quot;0&quot;/&gt;&lt;m_rgb r=&quot;6E&quot; g=&quot;93&quot; b=&quot;C3&quot;/&gt;&lt;/elem&gt;&lt;elem m_fUsage=&quot;1.64232032682606783613E-02&quot;&gt;&lt;m_msothmcolidx val=&quot;0&quot;/&gt;&lt;m_rgb r=&quot;40&quot; g=&quot;5D&quot; b=&quot;87&quot;/&gt;&lt;/elem&gt;&lt;elem m_fUsage=&quot;1.33027946472911509646E-02&quot;&gt;&lt;m_msothmcolidx val=&quot;0&quot;/&gt;&lt;m_rgb r=&quot;70&quot; g=&quot;92&quot; b=&quot;C3&quot;/&gt;&lt;/elem&gt;&lt;elem m_fUsage=&quot;1.07752636643058327670E-02&quot;&gt;&lt;m_msothmcolidx val=&quot;0&quot;/&gt;&lt;m_rgb r=&quot;DA&quot; g=&quot;BE&quot; b=&quot;6B&quot;/&gt;&lt;/elem&gt;&lt;elem m_fUsage=&quot;7.85516721127895410637E-03&quot;&gt;&lt;m_msothmcolidx val=&quot;0&quot;/&gt;&lt;m_rgb r=&quot;37&quot; g=&quot;DC&quot; b=&quot;F6&quot;/&gt;&lt;/elem&gt;&lt;/m_vecMRU&gt;&lt;/m_mruColor&gt;&lt;m_eweekdayFirstOfWeek val=&quot;1&quot;/&gt;&lt;m_eweekdayFirstOfWorkweek val=&quot;2&quot;/&gt;&lt;m_eweekdayFirstOfWeekend val=&quot;7&quot;/&gt;&lt;/CPresentation&gt;&lt;/root&gt;"/>
  <p:tag name="BTFPCOLUMNGUIDE" val="Visible"/>
  <p:tag name="MEKKOFORMATS" val="&lt;MekkoFormats&gt;&lt;NumberFormat DecimalSeparator=&quot;.&quot; ThousandSeparator=&quot;,&quot; NegativeNumberFormat=&quot;1&quot; /&gt;&lt;DateFormat CultureID=&quot;1046&quot; FormatString=&quot;dd/MM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TITUTO REDITUS_16.9">
  <a:themeElements>
    <a:clrScheme name="INSTITUTO REDITUS_16.9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D6D6DD"/>
      </a:accent1>
      <a:accent2>
        <a:srgbClr val="F2F3F4"/>
      </a:accent2>
      <a:accent3>
        <a:srgbClr val="40C8F1"/>
      </a:accent3>
      <a:accent4>
        <a:srgbClr val="111211"/>
      </a:accent4>
      <a:accent5>
        <a:srgbClr val="507867"/>
      </a:accent5>
      <a:accent6>
        <a:srgbClr val="232134"/>
      </a:accent6>
      <a:hlink>
        <a:srgbClr val="7B7B8C"/>
      </a:hlink>
      <a:folHlink>
        <a:srgbClr val="9495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178</Words>
  <Application>Microsoft Office PowerPoint</Application>
  <PresentationFormat>Widescreen</PresentationFormat>
  <Paragraphs>30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Leelawadee</vt:lpstr>
      <vt:lpstr>Calibri</vt:lpstr>
      <vt:lpstr>Arial</vt:lpstr>
      <vt:lpstr>Open Sans</vt:lpstr>
      <vt:lpstr>Open Sans SemiBold</vt:lpstr>
      <vt:lpstr>Verdana</vt:lpstr>
      <vt:lpstr>INSTITUTO REDITUS_16.9</vt:lpstr>
      <vt:lpstr>Tema do Office</vt:lpstr>
      <vt:lpstr>thinkcell Slide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Laura Braga de Menezes</dc:creator>
  <cp:lastModifiedBy>Oliveira, Patrick</cp:lastModifiedBy>
  <cp:revision>17</cp:revision>
  <dcterms:created xsi:type="dcterms:W3CDTF">2024-01-23T18:22:00Z</dcterms:created>
  <dcterms:modified xsi:type="dcterms:W3CDTF">2026-10-08T21:44:26Z</dcterms:modified>
</cp:coreProperties>
</file>